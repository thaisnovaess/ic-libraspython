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0c520f392e4a46" /><Relationship Type="http://schemas.openxmlformats.org/officeDocument/2006/relationships/extended-properties" Target="/docProps/app.xml" Id="R694fcdf618a0422c" /><Relationship Type="http://schemas.openxmlformats.org/officeDocument/2006/relationships/officeDocument" Target="/ppt/presentation.xml" Id="R74280c1aa87146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24952235242f5"/>
  </p:sldMasterIdLst>
  <p:notesMasterIdLst>
    <p:notesMasterId xmlns:r="http://schemas.openxmlformats.org/officeDocument/2006/relationships" r:id="Rd3e63b7628304d43"/>
  </p:notesMasterIdLst>
  <p:sldIdLst>
    <p:sldId xmlns:r="http://schemas.openxmlformats.org/officeDocument/2006/relationships" id="256" r:id="R72cf0486f8024351"/>
    <p:sldId xmlns:r="http://schemas.openxmlformats.org/officeDocument/2006/relationships" id="257" r:id="R20d4bbb876e24b9d"/>
    <p:sldId xmlns:r="http://schemas.openxmlformats.org/officeDocument/2006/relationships" id="258" r:id="R99d4f9d969fb4c50"/>
    <p:sldId xmlns:r="http://schemas.openxmlformats.org/officeDocument/2006/relationships" id="259" r:id="Rcfff3e483f7a4ef0"/>
    <p:sldId xmlns:r="http://schemas.openxmlformats.org/officeDocument/2006/relationships" id="260" r:id="R5377c291367b41a1"/>
    <p:sldId xmlns:r="http://schemas.openxmlformats.org/officeDocument/2006/relationships" id="261" r:id="R70816ecd95e541dd"/>
    <p:sldId xmlns:r="http://schemas.openxmlformats.org/officeDocument/2006/relationships" id="262" r:id="R4f10187da3d6432a"/>
    <p:sldId xmlns:r="http://schemas.openxmlformats.org/officeDocument/2006/relationships" id="263" r:id="Rbc9cec4b20c34d00"/>
    <p:sldId xmlns:r="http://schemas.openxmlformats.org/officeDocument/2006/relationships" id="264" r:id="R4536e37d70d943dd"/>
    <p:sldId xmlns:r="http://schemas.openxmlformats.org/officeDocument/2006/relationships" id="265" r:id="R4012781e0e4b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5a39b905244997" /><Relationship Type="http://schemas.openxmlformats.org/officeDocument/2006/relationships/slideMaster" Target="/ppt/slideMasters/slideMaster1.xml" Id="R63a24952235242f5" /><Relationship Type="http://schemas.openxmlformats.org/officeDocument/2006/relationships/notesMaster" Target="/ppt/notesMasters/notesMaster1.xml" Id="Rd3e63b7628304d43" /><Relationship Type="http://schemas.openxmlformats.org/officeDocument/2006/relationships/presProps" Target="/ppt/presProps.xml" Id="Rc9bf4c41c9b34328" /><Relationship Type="http://schemas.openxmlformats.org/officeDocument/2006/relationships/tableStyles" Target="/ppt/tableStyles.xml" Id="Rdf1f50f2b242476d" /><Relationship Type="http://schemas.openxmlformats.org/officeDocument/2006/relationships/slide" Target="/ppt/slides/slide1.xml" Id="R72cf0486f8024351" /><Relationship Type="http://schemas.openxmlformats.org/officeDocument/2006/relationships/slide" Target="/ppt/slides/slide2.xml" Id="R20d4bbb876e24b9d" /><Relationship Type="http://schemas.openxmlformats.org/officeDocument/2006/relationships/slide" Target="/ppt/slides/slide3.xml" Id="R99d4f9d969fb4c50" /><Relationship Type="http://schemas.openxmlformats.org/officeDocument/2006/relationships/slide" Target="/ppt/slides/slide4.xml" Id="Rcfff3e483f7a4ef0" /><Relationship Type="http://schemas.openxmlformats.org/officeDocument/2006/relationships/slide" Target="/ppt/slides/slide5.xml" Id="R5377c291367b41a1" /><Relationship Type="http://schemas.openxmlformats.org/officeDocument/2006/relationships/slide" Target="/ppt/slides/slide6.xml" Id="R70816ecd95e541dd" /><Relationship Type="http://schemas.openxmlformats.org/officeDocument/2006/relationships/slide" Target="/ppt/slides/slide7.xml" Id="R4f10187da3d6432a" /><Relationship Type="http://schemas.openxmlformats.org/officeDocument/2006/relationships/slide" Target="/ppt/slides/slide8.xml" Id="Rbc9cec4b20c34d00" /><Relationship Type="http://schemas.openxmlformats.org/officeDocument/2006/relationships/slide" Target="/ppt/slides/slide9.xml" Id="R4536e37d70d943dd" /><Relationship Type="http://schemas.openxmlformats.org/officeDocument/2006/relationships/slide" Target="/ppt/slides/slide10.xml" Id="R4012781e0e4b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58b3c66680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85081cbcd64ca4" /><Relationship Type="http://schemas.openxmlformats.org/officeDocument/2006/relationships/notesMaster" Target="/ppt/notesMasters/notesMaster1.xml" Id="Rfec1c7032a4446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9ecd872c7c4629" /><Relationship Type="http://schemas.openxmlformats.org/officeDocument/2006/relationships/notesMaster" Target="/ppt/notesMasters/notesMaster1.xml" Id="R0386ccde3d62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fcdb1888848c1" /><Relationship Type="http://schemas.openxmlformats.org/officeDocument/2006/relationships/notesMaster" Target="/ppt/notesMasters/notesMaster1.xml" Id="Ra09b6f6ba14e4d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08cbb139794e8a" /><Relationship Type="http://schemas.openxmlformats.org/officeDocument/2006/relationships/notesMaster" Target="/ppt/notesMasters/notesMaster1.xml" Id="Rd7e9580705d7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7037212ef44810" /><Relationship Type="http://schemas.openxmlformats.org/officeDocument/2006/relationships/notesMaster" Target="/ppt/notesMasters/notesMaster1.xml" Id="Rc94f4ab60c6444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66603d66fc4373" /><Relationship Type="http://schemas.openxmlformats.org/officeDocument/2006/relationships/notesMaster" Target="/ppt/notesMasters/notesMaster1.xml" Id="R3d2e7bca0d3c47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0071a066d74e0a" /><Relationship Type="http://schemas.openxmlformats.org/officeDocument/2006/relationships/notesMaster" Target="/ppt/notesMasters/notesMaster1.xml" Id="Rb0abf49ceefc48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0b975ad2fc44f2" /><Relationship Type="http://schemas.openxmlformats.org/officeDocument/2006/relationships/notesMaster" Target="/ppt/notesMasters/notesMaster1.xml" Id="Rf64a5aeaef7143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1547e431404f8f" /><Relationship Type="http://schemas.openxmlformats.org/officeDocument/2006/relationships/notesMaster" Target="/ppt/notesMasters/notesMaster1.xml" Id="Rb92324e9e8354c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5718244f094061" /><Relationship Type="http://schemas.openxmlformats.org/officeDocument/2006/relationships/notesMaster" Target="/ppt/notesMasters/notesMaster1.xml" Id="R45674cecb946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projeto como uma solução integrada. Explique que esta demonstração concentra a etapa manual por ser o recorte mais previsível para validação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/tmp/codex-remote-attachments/01a0b679-c818-7730-bc71-715f57a5b598/4B580560-C7A5-4CCD-89A7-34DD698F1D0B/1-IC_Thais-Novaes-Rodrigues-de-Lima_V07-Final.pdf, Figura 3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o problema sem prometer tradução completa. O MVP trabalha com vocabulário controlado e validação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os dois trabalhos foram consolidados em uma única arquitetura. O módulo facial permanece no roadmap, sem ser apresentado como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/tmp/codex-remote-attachments/01a0b679-c818-7730-bc71-715f57a5b598/4B580560-C7A5-4CCD-89A7-34DD698F1D0B/2-IC_Pedro-Straub-Mantoan_Final.pdf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o fluxo da esquerda para a direita. Destaque que a confirmação humana não é um improviso: ela faz parte do processo e cria rastreabilidade.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/Users/arthurcosta/Documents/Trabalhos/IC-LibrasPython/README.md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imagem original deixa de ser o único dado. O modelo trabalha com pontos estruturados, mantendo mão esquerda e direita separadas.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/tmp/codex-remote-attachments/01a0b679-c818-7730-bc71-715f57a5b598/4B580560-C7A5-4CCD-89A7-34DD698F1D0B/1-IC_Thais-Novaes-Rodrigues-de-Lima_V07-Final.pdf, Figura 2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pré-processamento torna as amostras comparáveis. A sequência final tem duração padronizada e metadados suficientes para auditoria.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/Users/arthurcosta/Documents/Trabalhos/IC-LibrasPython/README.md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a validação por participante evita uma métrica artificialmente alta. Não apresente números de desempenho antes do experimento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opção de correção melhora a comunicação e também cria dados para analisar erros futuros. O banco registra a decisão humana e o contexto técnico.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/Users/arthurcosta/Documents/Trabalhos/IC-LibrasPython/README.md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29 testes como validação de software, não como acurácia do reconhecimento. A câmera, o modelo e o uso com participantes ainda exigem o ambiente científico e dados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/Users/arthurcosta/Documents/Trabalhos/IC-LibrasPython/README.md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Siga este roteiro se o modelo ainda não estiver treinado. Não apresente a entrada manual como resultado da inteligência artificial. Finalize com o plano de coleta, treinamento e integração facial.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/tmp/codex-remote-attachments/01a0b679-c818-7730-bc71-715f57a5b598/4B580560-C7A5-4CCD-89A7-34DD698F1D0B/2-IC_Pedro-Straub-Mantoan_Final.pdf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8d8c0e02041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c354678b644639" /><Relationship Type="http://schemas.openxmlformats.org/officeDocument/2006/relationships/slideLayout" Target="/ppt/slideLayouts/slideLayout1.xml" Id="Rf5a6fc35fd3f43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6fc35fd3f43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a7a28e4ae4132" /><Relationship Type="http://schemas.openxmlformats.org/officeDocument/2006/relationships/image" Target="/ppt/media/image.png" Id="R78231de94cda4b81" /><Relationship Type="http://schemas.openxmlformats.org/officeDocument/2006/relationships/notesSlide" Target="/ppt/notesSlides/notesSlide1.xml" Id="Raac16617edeb4c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e53daf8d74c19" /><Relationship Type="http://schemas.openxmlformats.org/officeDocument/2006/relationships/notesSlide" Target="/ppt/notesSlides/notesSlide2.xml" Id="Rea99505fccf1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e2e3d9a494ffc" /><Relationship Type="http://schemas.openxmlformats.org/officeDocument/2006/relationships/notesSlide" Target="/ppt/notesSlides/notesSlide3.xml" Id="Re48bb058b92f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79af9c0ef4be9" /><Relationship Type="http://schemas.openxmlformats.org/officeDocument/2006/relationships/notesSlide" Target="/ppt/notesSlides/notesSlide4.xml" Id="R41af8cb53f6646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221d1d9524217" /><Relationship Type="http://schemas.openxmlformats.org/officeDocument/2006/relationships/image" Target="/ppt/media/image2.png" Id="R03c3c593cf654e71" /><Relationship Type="http://schemas.openxmlformats.org/officeDocument/2006/relationships/notesSlide" Target="/ppt/notesSlides/notesSlide5.xml" Id="Rb2bb163694f0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4f2aa3f834017" /><Relationship Type="http://schemas.openxmlformats.org/officeDocument/2006/relationships/notesSlide" Target="/ppt/notesSlides/notesSlide6.xml" Id="R37c21fe2069040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a7608679b4052" /><Relationship Type="http://schemas.openxmlformats.org/officeDocument/2006/relationships/notesSlide" Target="/ppt/notesSlides/notesSlide7.xml" Id="Rc43d17147df745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e0d93640e44cb" /><Relationship Type="http://schemas.openxmlformats.org/officeDocument/2006/relationships/notesSlide" Target="/ppt/notesSlides/notesSlide8.xml" Id="R5bbcc8f04ebe41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d6e2de3d84fa9" /><Relationship Type="http://schemas.openxmlformats.org/officeDocument/2006/relationships/notesSlide" Target="/ppt/notesSlides/notesSlide9.xml" Id="Rcc3c458e4cd549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5978843494ba4" /><Relationship Type="http://schemas.openxmlformats.org/officeDocument/2006/relationships/notesSlide" Target="/ppt/notesSlides/notesSlide10.xml" Id="Raff61d130fda4b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4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DC198-C7FD-4F27-BECA-0F7F01D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7E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B8133-0A12-4196-A5BD-BFEF28B6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DETECÇÃO EM TEMPO REAL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31de94cda4b81"/>
          <a:stretch xmlns:a="http://schemas.openxmlformats.org/drawingml/2006/main"/>
        </p:blipFill>
        <p:spPr>
          <a:xfrm xmlns:a="http://schemas.openxmlformats.org/drawingml/2006/main">
            <a:off x="6896100" y="1732356"/>
            <a:ext cx="5105400" cy="32027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A9A10-329D-413C-9E96-744A8712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ACC58-D14E-463A-B05A-F8EDBFF4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PROJETO INTEGRADO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3D9DC-507A-446B-9B04-F2E59218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Reconhecimento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 sinais manuais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 Libras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BAB7D-2634-43D9-B644-54D2783A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5000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Visão computacional e aprendizado de máquina para apoiar uma comunicação mais acessível.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4A3E8-6F92-405C-8B2D-B6A05920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FOCO DA APRESENTAÇÃO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F5F80-4E66-4A5C-8BFA-BE9E6FE0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Abordagem manual de Thais Novaes</a:t>
            </a:r>
          </a:p>
        </p:txBody>
      </p:sp>
    </p:spTree>
    <p:extLst>
      <p:ext uri="{BB962C8B-B14F-4D97-AF65-F5344CB8AC3E}">
        <p14:creationId xmlns:p14="http://schemas.microsoft.com/office/powerpoint/2010/main" val="1742085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8C8DD-6889-4E6E-B568-7D729A2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97932-3645-480F-B2C6-3ADCFC8E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C165B-F91D-45DD-AF09-3CBB2EE4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9FA6C-8F00-4A17-8810-026E0AE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16BE7-3DF5-4346-8038-542CCCFE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Da barreira de comunicação a uma resposta útil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D5762-F3DA-4B21-A09D-92005831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sistema transforma uma sequência visual em texto, mantendo a pessoa no controle da mensagem.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864FA-D5FF-48BD-BD69-697B81D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A8753-A3C2-4E97-B8C8-6AC2B7C0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4248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 comunicação depende de um intérprete ou de um interlocutor que conheça Libras.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17387-3D51-4567-98B2-16A1F9A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9525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7B2B0-ED41-4480-8148-4F171A81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71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OBJETIVO DO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7D18E-9E52-403E-90D3-C03C6BA5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5143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Capturar sinais manuais, identificar letras ou sinais conhecidos e permitir confirmação ou correção antes de registrar a mensagem.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457BE-7B8C-4302-B24A-869C247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B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CAPTURA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D277A-D6DD-409E-B728-E8D9158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95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RECONHECIMENTO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B80A4-A563-4756-BC33-C7F74D00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9580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9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VALIDAÇÃO HUMANA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DE746-DB65-4EC4-ADD8-23BA2B1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Limite assumido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2D21A-81D6-4223-AA11-F6E1D133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07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protótipo não traduz Libras completa. Ele valida um vocabulário controlado, começando por sinais manuais.</a:t>
            </a:r>
          </a:p>
        </p:txBody>
      </p:sp>
    </p:spTree>
    <p:extLst>
      <p:ext uri="{BB962C8B-B14F-4D97-AF65-F5344CB8AC3E}">
        <p14:creationId xmlns:p14="http://schemas.microsoft.com/office/powerpoint/2010/main" val="540647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BD3D1-9ECA-4C1B-B4AA-884D01D8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CB82C-0CF4-4C45-A93E-71622865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ESCOPO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0891-4D3E-484B-BFA9-FEBEA40B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21818-B1F6-4103-BC8A-BED1C5E5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28A27-04D2-470A-86FA-319B4333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Um projeto, duas etapas complementares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53253-4FF0-49EF-8A05-9A631B07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 arquitetura comporta mãos e face, mas a validação acontece em fases.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58D40-E22D-4A32-8D79-CF2D283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AGORA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5E51E-26B2-4A2C-8572-F6F20E8C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14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205BE-4EDB-45F3-85C9-111DD563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A1AF0-1CE3-4F27-8B7B-8CC675A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24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Sinais manuais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6C2E7-1585-4CD0-AA00-990977F8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03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21 pontos por mão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normalização e sequência temporal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classificação com SVM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confirmação e correção no front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D4C6D-A610-4DF1-9303-02F28ECE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PRÓXIMA ETAPA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45B72-D9BC-4AC0-88C8-577F522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914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9525">
            <a:solidFill>
              <a:srgbClr val="315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FEE12-A6A3-489D-85E5-A15E57BC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B467C-A444-4EE0-8A5F-26D6F0F8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24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Expressões faciais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0BB36-F51F-4448-ABB4-4E0068D5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403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pontos de referência da face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sinais não manuais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contexto da comunicação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fusão posterior com o módulo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39AF3-1AF9-47ED-943D-16D49C8F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3200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APRESENTAÇÃO DE SEGUNDA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3D7E4-9019-4602-8055-D4CB881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43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Prioridade: etapa 01, abordagem da Thais</a:t>
            </a:r>
          </a:p>
        </p:txBody>
      </p:sp>
    </p:spTree>
    <p:extLst>
      <p:ext uri="{BB962C8B-B14F-4D97-AF65-F5344CB8AC3E}">
        <p14:creationId xmlns:p14="http://schemas.microsoft.com/office/powerpoint/2010/main" val="1040065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871DE7-F5B4-4C9F-8343-F9BB8D7E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5C758-ED77-432C-9C12-744D41B5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ARQUITETURA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3C819-18C7-4239-ADD0-8E99E751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80D37-B7E9-4324-AE1B-42CEE01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F4CD3-99BC-403D-BAF3-4E49DEBB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Do gesto ao registro: o fluxo completo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57BD0-D06E-4785-B0BF-3B1604D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Cada etapa tem uma responsabilidade clara e pode ser validada separadamente.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942B2-3360-4DAB-9B0D-0B35367C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CD9F6-8ECF-47CF-BA9C-826B00C3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320E0-1E10-46DE-94A2-B425C451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CD678-D9D5-4A49-860A-985C27F3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Webcam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26977-3016-44BB-B5AB-85B444B6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sequência 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20DDE-7346-4F49-9454-43942027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B2936-AF70-4DA0-B48C-3F7EF764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07664-74D6-4B71-9EC6-15291584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63458-5A9E-4C2F-82A8-AF5C97C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1E5B0-F98D-44FB-80C8-FBCC6D76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MediaPipe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52215-9507-43B5-8730-58DBB61B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mãos e 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B3523-5AF1-4090-ABE6-3B3EFB2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F5334-4DE4-4DEB-8BD9-3298A497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F3A24-FE50-40F7-9363-00D833B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8BF5B-499E-4E27-85A9-8F672EF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4E39B-FA94-4A71-9A8B-E738172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Landmarks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A67C0-1F63-4F2B-8DDE-5ADF22A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coordenadas 3D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27F70-D66A-4172-A31D-3802BC2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215C3-9AA4-47BA-9DB1-3A35834D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AF05B-0F0F-48EC-ADDD-95E736A9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64BAC-53BB-4484-9B71-AD07C52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B2105-B78C-4C5F-8C71-053E5D55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Normalização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F1FEF-C4CD-4454-B84B-F8B5D603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escala e alinhamento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6D2A13-21AA-4C58-9CB2-AF20999F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D9263-FC22-4C5B-8684-BA84333A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A9FEB4-B253-4A7E-9BFA-006A118D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703615-5CCE-45A4-B292-E0614640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506FB-0C00-407C-A415-A78183DB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30 quadros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CA026-4447-4704-80C0-43A9A7B1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sequência padrão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37EDA7-CFF7-4220-B6F5-BE02608E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1EED83-FFD3-4496-9424-94BCA2F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7B3CFC-9122-418D-8453-F914DA4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44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D2D067-124B-441A-8D04-E8E8B575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62F3C5-0538-46A4-8F82-C58C890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SVM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BD06D0-C230-40F2-A9F4-3D0C533E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classe + confiança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7CF76-1838-4D2C-B00B-C87D945C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D2A514-5EBD-414A-8999-0D3C24A9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7B3628-8468-4CCE-AB48-02197FCB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60E605-FA90-446C-8713-CAC0D796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19C83C-FE1C-41CC-9495-2ED6CB61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Front + DB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20205E-5EA1-4D76-BA45-507F8014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confirmar ou corrigir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7502CD-ADEA-457D-9D9C-EDAFA768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A463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2C9701-311B-45B9-A6C9-F390C8B7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0067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Princípio de projeto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E363EB-23C3-41BC-A233-90F49637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53050"/>
            <a:ext cx="805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predição sugere. A pessoa confirma ou corrige antes de a mensagem ser registrada.</a:t>
            </a:r>
          </a:p>
        </p:txBody>
      </p:sp>
    </p:spTree>
    <p:extLst>
      <p:ext uri="{BB962C8B-B14F-4D97-AF65-F5344CB8AC3E}">
        <p14:creationId xmlns:p14="http://schemas.microsoft.com/office/powerpoint/2010/main" val="1202814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036DF-2D01-4D7F-AFA3-2F1CE28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1E93A-1CA0-49A3-9F2B-084CCCC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VISÃO COMPUTACIONAL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C8AA5-4D32-4DEE-B98F-4BD8F93C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629AB-AEA5-4034-A7F1-94E33086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118C5-C606-460C-8B78-8ECD69C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 mão vira uma estrutura mensurável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16D5D-C196-450C-9D0E-C360BF70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MediaPipe representa cada mão por 21 pontos de referência.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3c593cf654e71"/>
          <a:stretch xmlns:a="http://schemas.openxmlformats.org/drawingml/2006/main"/>
        </p:blipFill>
        <p:spPr>
          <a:xfrm xmlns:a="http://schemas.openxmlformats.org/drawingml/2006/main">
            <a:off x="609600" y="2674683"/>
            <a:ext cx="6267450" cy="200393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E547C-17F4-4F7F-ADB8-D0E2B7A4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89FD2-67FF-4C92-9B52-A1C05193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pontos por mão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2D9BC-9ACA-4541-8572-513E25C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277EA-1F4D-4D39-9E34-32BA8E03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x, y, 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2E256-A817-417F-99BC-900D22CE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posição espacial de cada ponto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6506A-E6B9-4A94-8769-3A6DE863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E919-FE37-4F1A-968F-6F0CDEB4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esquerda / direita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AC1B0-425E-4D1F-807C-D596F6DE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100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canais preservados separadamente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0B530-2F5C-44C8-864C-D2450951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1887E-B605-4A70-A721-A2621972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quadro a quadro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40F12-1F36-4914-887B-33DB61D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530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movimento convertido em sequência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6C174-B809-4974-B1FC-2D9D315F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1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Fonte visual: trabalho de Thais Novaes, Figura 2.</a:t>
            </a:r>
          </a:p>
        </p:txBody>
      </p:sp>
    </p:spTree>
    <p:extLst>
      <p:ext uri="{BB962C8B-B14F-4D97-AF65-F5344CB8AC3E}">
        <p14:creationId xmlns:p14="http://schemas.microsoft.com/office/powerpoint/2010/main" val="790748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F72BF-6E0F-4114-BDA3-059CE534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60049-D946-4761-9CE0-082621E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9CDE1-06CF-44ED-8E6B-2CE0AD7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A8DD6-1B02-4C59-9325-9E8706EA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F2C17-8546-4CC3-AE21-AA46B20D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Preparar o dado reduz variações que não são o sinal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E8F00-9543-478C-9276-5C7C0AEC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objetivo é comparar o gesto, não a distância da câmera ou o tamanho da mão.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56BAB-FF93-47F6-B2D1-5A37842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75AD9-9108-4DDE-B57A-6FFA2F62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8C255-F93A-4DD2-9F41-ADA3246E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Centralizar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4D726-2629-4C00-A244-2260118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pulso como origem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3B67B-39B8-41B3-BEF8-450B903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A6538-1B15-4160-8C8D-5DC67F82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0708C-47FC-413F-95DB-9543EEA3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9C62A-65F1-4B27-9BC7-0C241B0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Escalonar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4579B-212D-46C5-A6B2-F0EA067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tamanho relativo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ADE0F-C847-40BA-94D0-631B95CD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8D773-C30A-4484-9252-6C018653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56FB1-0341-427B-B133-E2359B76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F2A9F-C105-4218-9B77-52F37087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Alinhar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A4E02-0EB2-488B-9B55-FB782AB2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orientação consistente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1584E-26BD-4845-8528-4BDC4668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F8038-515C-4041-ABC2-B80C2E7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544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07A7C-1591-4CBD-818A-0B45EF4A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F87A6-A365-45C5-9E9D-EC7ED336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Suavizar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60C59-6C14-4E07-95E4-9BA4A516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menos ruído entre quadros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F69C2-9FE3-402C-BCCC-F124FF1B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C0E76-8F26-434A-843F-E268193D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BD7C7-A6AB-4B90-B2B0-D8B924FD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764A1-D7A9-4C78-BB44-C02CCD17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Reamostrar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DCD69-EB8A-453C-8D88-3B284E37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30 quadros por amostra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8BF90B-9EC6-4373-B74C-3697367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103DF-9026-40F3-A088-DF2405C8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Contrato da amostra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591B6-F1EF-42A3-991F-F09E2109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768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sequência comprimida + rótulo + participante + metadados de coleta</a:t>
            </a:r>
          </a:p>
        </p:txBody>
      </p:sp>
    </p:spTree>
    <p:extLst>
      <p:ext uri="{BB962C8B-B14F-4D97-AF65-F5344CB8AC3E}">
        <p14:creationId xmlns:p14="http://schemas.microsoft.com/office/powerpoint/2010/main" val="1593256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7BBAF4-0544-4E80-A344-E92452DE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60140-91B9-4CAE-AC7F-90539885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APRENDIZADO DE MÁQUINA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986AB-A416-4B3C-8177-D6783AB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6342F-86DA-4C1E-B2EF-0217D26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7368F-574E-44C8-8840-1DBE34B1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Treinar sem misturar as pessoas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DFF0B-DCEF-4ED2-B520-F6BC3815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 divisão deve impedir que a mesma pessoa apareça em treino e teste.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BF3BB-287E-4593-AEFB-AC2817FA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DIVISÃO 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550FA-274E-4940-9586-4166B2C7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277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603A1-E39D-476F-A1D6-AAA25F0B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99917-1537-4706-A370-99A4A55D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24150"/>
            <a:ext cx="1028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DB3C5-313F-4F3E-8777-A1267451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1028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B5039-8AB2-4BAB-A7CE-EF3AF514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70% treino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5E237-0B13-48A3-B0C8-12A3BA35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765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15% 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1EC8D-12A1-4A73-BE65-C1910CF2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15% teste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D5436-AE3D-4E7D-9895-E6832741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725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Regra: participantes diferentes em cada conjunto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3F74E-7AC9-4969-BDB9-7C8818D4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14325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0A46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26367-37C5-4C42-8E2E-65831796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MODELO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5AB5A-1CC9-42DD-AF4E-B0B060C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SVM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3CFD7-3D30-4FB0-A2DA-2A7A1530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simples, local e adequado ao primeiro experimento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4713C-8B29-4139-9EC1-FD9308BC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COMO AVALIAR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2EAF1-B31E-4710-B2F0-12AD24D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Acurácia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3C9CA-91FA-41F5-A0E7-A1A9553F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B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Precisão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FD434-9AF2-48B8-A8C9-A2A72CB1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3F621-2C9F-4B5B-A67D-42383DCE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B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2EE24-0D98-4739-9BC8-73D101F6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01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Matriz de confusão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4B504-0132-4263-A52D-BB2C8D0E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Nenhuma métrica é apresentada antes de existir um conjunto real e separado por participante.</a:t>
            </a:r>
          </a:p>
        </p:txBody>
      </p:sp>
    </p:spTree>
    <p:extLst>
      <p:ext uri="{BB962C8B-B14F-4D97-AF65-F5344CB8AC3E}">
        <p14:creationId xmlns:p14="http://schemas.microsoft.com/office/powerpoint/2010/main" val="1710040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E191DA-5B01-4292-A086-CDC2DE1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B78C9-4508-4012-8F97-F44C4FAC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EXPERIÊNCIA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6CAD5-6BA0-4655-B5B6-98CFB1FB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ABC9F-2AE0-402E-B752-2385AEC6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628D0-E303-4FA5-9C0E-64452ECA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 interface mantém a decisão com o usuário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B854-81BA-4988-BDE1-FC95DC3F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reconhecimento é uma sugestão, não um registro automático irreversível.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69BDD-B714-40CA-8F77-682E7DB9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BB5DA-ED03-4127-B8AF-14B921C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BE3D6-FCC0-4202-B764-090E80F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4F9EA-9709-4D2C-8ACC-8A3EFAA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Câmera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DF475-9D40-4672-80A5-9ECA6B21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captura a sequência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2C076-9847-4AFF-BFC3-44BAD765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24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237B9-73AB-49A2-8146-83B83912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15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47A68-3C68-402D-9F54-AE007DB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098B0-6B22-4DBD-8BBD-C85EAFC9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D2603-E880-4DA5-9752-E2A1713D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Predição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598CB-323B-4545-B8CF-ACBE65BB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letra + confiança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4DA96-72D0-4E60-BF1D-DA27E6B4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24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4AB63-150B-4BD7-92AA-54070AE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ED866-53C7-43BA-B5A6-AB9D65D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D5ADB-1F2E-4243-89D2-9926C67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86750-68A6-4A9A-B1E2-4AD11A21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Revisão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B40B0-096D-4BB3-B709-892BB06C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confirmar ou corrigir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0E641-64B8-429D-A091-5561860B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9123B-4842-4F71-B016-056C2848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B754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0473E-7AB9-4E67-90B7-3F6FDDBC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544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C06C6-B2CA-4965-931E-40EBEC7A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D5609-D464-44A6-A2EA-EFA24F6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Mensagem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13710-BEF3-48B7-B702-B6E891A0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compor e registrar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F005C-5BAF-4AB4-A4DC-FC8763C4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9E9B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3CE9D-BCF0-4E41-B1D8-36B3C8F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Rastreabilidade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974D04-4306-4C6D-9FF3-9775BBF6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006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o banco preserva a predição original, a correção aplicada e a versão do modelo</a:t>
            </a:r>
          </a:p>
        </p:txBody>
      </p:sp>
    </p:spTree>
    <p:extLst>
      <p:ext uri="{BB962C8B-B14F-4D97-AF65-F5344CB8AC3E}">
        <p14:creationId xmlns:p14="http://schemas.microsoft.com/office/powerpoint/2010/main" val="964178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1E00C-DFBC-4220-9885-9E4554A1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C494B-E6AF-4D8B-8330-A80B1FEC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EVIDÊNCIAS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8395F-D225-431C-BB90-5FC782A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F9E9C-8FFC-4D80-9BF3-F8DE40F6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1622F-DBA7-432B-BBC5-08FA2D46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O que já está validado e o que ainda falta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4B07C-A965-4A87-B116-E5346AE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Separar implementação de evidência real torna a apresentação tecnicamente honesta.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345A0-3FD6-4EF4-A492-2B186F1B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822A8-86EE-4426-9D79-1B1045D9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VALIDADO LOCALMENTE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21EF7-3C8F-4FEF-95E9-F5615484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1599A-52AE-47BB-A3B0-86127DEC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28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testes automatizados aprovados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23056-3F6E-4FF1-8A9F-9883A59D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324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API, banco e interface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contrato das amostras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normalização e sequência de 30 quadros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coletor sincronizado de mãos e face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script de treinamento e métricas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90D04-BBAC-4C5D-9F8F-FF04D9E9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DEDB"/>
          </a:solidFill>
          <a:ln xmlns:a="http://schemas.openxmlformats.org/drawingml/2006/main" w="9525">
            <a:solidFill>
              <a:srgbClr val="B754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BAFA1-79C6-46FC-9514-7DB6E619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EVIDÊNCIA PENDENTE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39D9D-9535-4049-A85D-3793E79A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REAL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59E7C-410E-4514-B770-28439E23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coleta e uso com participantes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6A1DC-12CA-4110-B269-840C1A0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324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ambiente científico em Python 3.11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base com pelo menos 3 participantes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modelo manual treinado e versionado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métricas em conjunto de teste separado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validação com usuários da comunidade surda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6CD75-2100-4F8D-AD96-EB0EF478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Status do modelo na interface: indisponível até existir um artefato treinado válido.</a:t>
            </a:r>
          </a:p>
        </p:txBody>
      </p:sp>
    </p:spTree>
    <p:extLst>
      <p:ext uri="{BB962C8B-B14F-4D97-AF65-F5344CB8AC3E}">
        <p14:creationId xmlns:p14="http://schemas.microsoft.com/office/powerpoint/2010/main" val="11710495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0C7FE7-BEAD-487A-89E7-3BF21845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0D153-5B9C-471B-8644-2A3CE86E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6275E-33E4-4C7D-8F78-1FA5568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150D7-3F68-4EB6-85E9-6F08B9EC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07AC7-DF54-48CA-B414-F937D292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Demonstração segura para segunda-feira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9115-72AF-432B-B8E7-D23B68F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Mesmo sem modelo treinado, o fluxo pode ser apresentado sem simular uma predição inexistente.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AA799-AEDC-4F81-8B0C-E088AA6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14532-45B7-4152-A5B5-2FB7864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7234F-1CE6-4DAC-8C8F-A6EB5463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Abrir a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C3672-DEE0-479E-ADED-C4C1B7FA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mostrar câmera e área da mensagem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7A49C-2F7B-479E-9EE4-F9CDBCB4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664FF-6A23-4039-81D2-8DCFCD14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002B9-B4DF-4162-8827-2B9ADFE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Exibir o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DC36F-A9C2-4F80-AFF4-034CCD45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modelo indisponível de forma explícita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FA393-9519-4B4D-BAED-7619289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E8D9D-3942-4284-AA91-E4508ED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60B47-945C-43F7-8C6A-49233ED4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Compor manualmente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3FC95-AED2-42A5-A7AC-1F4327EC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demonstrar confirmação e correção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AA6C9-E275-4C46-B082-FF2ECAE6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1342C-5AC0-4CEA-B6D1-5C2A630D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E829B-D691-4CA2-BFA2-427A829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Mostrar a coleta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E6FA8-4E27-47A4-AD04-59A920C8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estrutura dos dados e metadados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A7837-481C-466E-BA57-8DD7BE2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EF6C3-3D44-4366-9DC9-EE0788A4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FC43D-3B47-479F-8E1E-5E0E22A7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Fechar com o experimento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AEDF5-F9BF-4A7A-9714-A26B4458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coletar, treinar e medir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AC3B6-366E-4B34-A0D0-53D4C6C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3257550" cy="37147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A463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122CE-B2EF-40AA-AC9A-60B74AA1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PRÓXIMOS PASSOS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F10A3-1D13-41A6-B534-0637FA4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Coletar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0D989A-35B4-4098-B1F8-040C6B29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→ treinar o módulo manual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B59945-FE0A-4426-B68C-70A42C14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01F47-D6D0-48B4-9911-551B7E75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→ validar por participante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6512AB-8A3C-4116-B464-582B77C8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43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Integrar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B7AED-2EDB-4D5B-9927-55DACAC3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→ incorporar sinais faciais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8D5F1C-6DB5-406B-85A3-72627425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Resultado esperado: uma comunicação assistida, corrigível e evolutiva.</a:t>
            </a:r>
          </a:p>
        </p:txBody>
      </p:sp>
    </p:spTree>
    <p:extLst>
      <p:ext uri="{BB962C8B-B14F-4D97-AF65-F5344CB8AC3E}">
        <p14:creationId xmlns:p14="http://schemas.microsoft.com/office/powerpoint/2010/main" val="1790932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2026-09-19T17:29:50.1370000Z</dcterms:created>
  <dcterms:modified xsi:type="dcterms:W3CDTF">2026-09-19T17:29:50.1370000Z</dcterms:modified>
</coreProperties>
</file>